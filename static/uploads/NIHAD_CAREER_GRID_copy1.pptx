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61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9D93-278A-8B1F-0E40-9D9F23D00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52F4-374A-F5A7-CDBF-53EAAF684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5338F-E6D2-5679-1FF5-9125F612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8A74E-B36E-88B6-AC73-A9FC3D0A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30955-73D0-3E5F-1279-7350774D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33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A69D-FC15-E2F5-1852-EF37DE4C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C9EF-031C-65EB-A819-C8985052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1EFDF-537D-F248-2396-64F6E14C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336E8-BB41-4ED0-C5F1-AA68FF9C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A5A0A-C1F7-94A3-8155-D4CF669A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43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49FF-5148-19FC-A378-FFB2E840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8C508-B7D8-56AB-6799-A3F676D1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12C14-A45E-B088-D68F-CD81AE6B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4C5C-7EA1-E712-C26C-F40AE99B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C87B-C426-D8BD-3BAC-1BEDB380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59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E2C2-A808-2DF7-841B-140B616D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5B1B-12A8-FE8B-7957-CCBEBA933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34E20-4C62-C683-2AC3-AA08732C7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A0484-3032-1081-4946-36F70A41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C78AC-BF90-D1A4-A5B3-91FF3993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0C473-C5D9-F51F-5D6D-18E184BC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15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6654-80F0-7DFB-7CA9-E45CDB584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C3C64-17AD-601C-71C0-2A72195D7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D0093-3773-CF38-04DF-7C42B21AE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8024D-579E-2EA7-7170-F4DE91AB7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2F08B-F27D-A5CD-A726-F21168D63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FBCFE-ADF1-4C75-3842-0517ACE6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1ADF3-29DA-216F-D946-260AEF46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2FAAC-F8E9-4BF4-6C67-C94E0B58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91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1FBA-BD97-AD0D-B847-80C763BA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D9FCD-3583-84F8-2FA5-FAD4C8F2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9848B-AC4C-DCA5-AF3B-CE02AEDB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31F17-1915-F38F-FBD4-20091FED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9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CF049-2607-878A-8749-4BC2B4D7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9F30C-CF48-965A-DD0E-2C903D6C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64BEC-8010-8629-7788-235AB1E3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70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3535-604C-BFE6-DA39-F5539F01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AFC2-E69B-FD68-DC06-C1CA0EE6D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C3EA4-E043-2E32-910E-84F3D52D6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1AC5C-3436-775A-AF3A-E85F401C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8DF04-A3E7-37E0-8751-DA68C908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E921B-138E-7161-5DE4-AF35C079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BE35-C735-D710-93A2-7CC2EC88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C477C-CE39-E08B-9C63-7D9892EE4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19D6F-46D8-6149-6440-D9A66A23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5A943-A7A8-9F39-1DCD-8BB40A76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A21E2-3897-3A59-13FE-448D290F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4F225-26AD-872E-3F3E-B2CEE183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25B5-4D4A-834F-1C05-72335829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84611-9D6E-4BA0-7AA1-AC2D99985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6DCD-8851-E54F-6125-143CC14F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B0FD3-14A9-99DB-BF2F-677EB278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4A714-7701-7BF1-5DB6-3B30809E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38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DE11A-5175-1EDD-51AA-8ABE96891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E5565-82AB-6D79-744D-6B2ABEB30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58553-3DB2-449C-8D24-7B7DC801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A1761-D208-ACCB-329A-E1EBD8E7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6BA5C-288F-1F2C-4D58-C60226EE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65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D37F3-C194-5D83-89CB-50140FD2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6D1F7-7059-7D8F-C1F2-87F3FD031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F8880-D6A8-3395-697D-501D0B1EC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38E19-C898-4191-B804-C2176A54001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34526-F09E-B7BC-FFD0-F5E12B3CD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12BD-8BE1-F726-67FF-E3AA07EC8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555D-637F-4618-BD88-E53E22EFD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23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E178B-DDD7-961A-CADA-E4603C255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0756"/>
            <a:ext cx="10515600" cy="13823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b="1" dirty="0"/>
              <a:t>CAREER GRID</a:t>
            </a:r>
          </a:p>
        </p:txBody>
      </p:sp>
    </p:spTree>
    <p:extLst>
      <p:ext uri="{BB962C8B-B14F-4D97-AF65-F5344CB8AC3E}">
        <p14:creationId xmlns:p14="http://schemas.microsoft.com/office/powerpoint/2010/main" val="392631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9B0B-6E28-2E0E-82FC-7B770C23B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1650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ABSTRACT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4BA6C-AD8F-992A-79D8-0E933B58F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1812566"/>
            <a:ext cx="11267768" cy="4293266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project is a Career and Placement Cell Website designed for </a:t>
            </a:r>
            <a:r>
              <a:rPr lang="en-US" dirty="0" err="1"/>
              <a:t>Nilgiri</a:t>
            </a:r>
            <a:r>
              <a:rPr lang="en-US" dirty="0"/>
              <a:t> College of Arts and Science.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It aims to provide a centralized platform connecting students, placement officers, and recruiters.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system includes: Secure Login/Signup restricted to college students.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Student Portfolio to showcase academic records, skills, and resumes.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Job &amp; Internship postings with eligibility criteria and deadlines.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A Career Guidance Chatbot to answer placement-related queries.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Email and SMS notifications for job application deadlines and updates.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04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9DD1-32B5-4AD8-05F6-007D96FF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C8E6-033D-4579-03DB-474EF9B42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709"/>
            <a:ext cx="9144000" cy="912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SPECIFICATIONS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5E98E-C7D9-DB62-6CA8-E95FFF24E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2329949"/>
            <a:ext cx="11267768" cy="4424517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1. </a:t>
            </a:r>
            <a:r>
              <a:rPr lang="en-IN" sz="2800" b="1" u="sng" dirty="0"/>
              <a:t>Hardware Requirements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Processor: Intel Core i3 or higher (or equivalent AMD)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RAM: Minimum 4 GB 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Storage: 250 GB HDD / SSD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Display: 1024 × 768 resolution or higher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Network: Stable internet connection for cloud APIs, email, and SMS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61064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936EB-142E-89CC-13C6-A17337F7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7BBE-BDE9-DB93-D187-AFAE5E0D8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709"/>
            <a:ext cx="9144000" cy="912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SPECIFICATIONS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7D2EF-0C7B-D422-8B80-7A576732E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2212257"/>
            <a:ext cx="11267768" cy="4645743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2. </a:t>
            </a:r>
            <a:r>
              <a:rPr lang="en-IN" sz="2800" b="1" u="sng" dirty="0"/>
              <a:t>Software Requirements</a:t>
            </a:r>
            <a:r>
              <a:rPr lang="en-IN" sz="2800" b="1" dirty="0"/>
              <a:t>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/>
              <a:t>Operating System: Windows 10 / Linux / macOS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Frontend: HTML5, CSS3, JavaScript, React.js / Angular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Backend: Django / Firebase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Database: MySQL / MongoDB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Browser: Chrome / Firefox</a:t>
            </a:r>
          </a:p>
        </p:txBody>
      </p:sp>
    </p:spTree>
    <p:extLst>
      <p:ext uri="{BB962C8B-B14F-4D97-AF65-F5344CB8AC3E}">
        <p14:creationId xmlns:p14="http://schemas.microsoft.com/office/powerpoint/2010/main" val="851182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1A5B-D241-FBCE-911D-92A4DF65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AF63-8D0A-FF4C-8C2C-C4ADAF0E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709"/>
            <a:ext cx="9144000" cy="912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STUDY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1F3FE-3089-F403-A2F2-F921281A7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1956619"/>
            <a:ext cx="11267768" cy="4163961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1. </a:t>
            </a:r>
            <a:r>
              <a:rPr lang="en-US" sz="2800" b="1" u="sng" dirty="0"/>
              <a:t>Existing System</a:t>
            </a:r>
            <a:endParaRPr lang="en-US" sz="2800" u="sng" dirty="0"/>
          </a:p>
          <a:p>
            <a:pPr algn="l"/>
            <a:r>
              <a:rPr lang="en-US" sz="2800" dirty="0"/>
              <a:t>Currently, most placement activities are managed manually or via informal methods (WhatsApp groups, notice boards, emails). This causes: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Lack of centralized access to job postings.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Missed deadlines due to absence of timely reminders.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Difficulty in tracking student applications.	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No structured portfolio system for students. </a:t>
            </a:r>
          </a:p>
        </p:txBody>
      </p:sp>
    </p:spTree>
    <p:extLst>
      <p:ext uri="{BB962C8B-B14F-4D97-AF65-F5344CB8AC3E}">
        <p14:creationId xmlns:p14="http://schemas.microsoft.com/office/powerpoint/2010/main" val="301608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D901-3CCF-A64D-9886-159BD4D0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D7B1-446A-942C-2918-86355846C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709"/>
            <a:ext cx="9144000" cy="912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STUDY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96E20-701D-2366-B61C-8EA885805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1635301"/>
            <a:ext cx="11267768" cy="4247535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2. </a:t>
            </a:r>
            <a:r>
              <a:rPr lang="en-US" sz="2800" b="1" u="sng" dirty="0"/>
              <a:t>Proposed System</a:t>
            </a:r>
            <a:endParaRPr lang="en-US" sz="2800" u="sng" dirty="0"/>
          </a:p>
          <a:p>
            <a:pPr algn="l"/>
            <a:r>
              <a:rPr lang="en-US" sz="2800" dirty="0"/>
              <a:t>The proposed web application automates and digitizes the placement process. It provides: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Student authentication using college email IDs.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Centralized job posting system with eligibility filters.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Email and SMS deadline notifications for applied jobs.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Basic chatbot for career guidance and placement FAQs.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Admin controls for placement officers to track applications and shortlist students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0098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E804-E715-E5BB-0C82-C7ABA806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89B2-A72A-E84B-8FF6-F107185CB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709"/>
            <a:ext cx="9144000" cy="912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MODULES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12229-ADCE-769D-B46B-4546876B0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1635301"/>
            <a:ext cx="11267768" cy="4775331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The frontend modules of Career Grid create a user-friendly environment that helps students manage their placement journey efficiently.</a:t>
            </a:r>
            <a:br>
              <a:rPr lang="en-US" sz="2800" dirty="0"/>
            </a:br>
            <a:r>
              <a:rPr lang="en-US" sz="2800" dirty="0"/>
              <a:t>There are mainly 5-6 modules visible on the frontend that the user can directly interact with: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/>
              <a:t>Login / Signup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/>
              <a:t>Student Portfolio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/>
              <a:t>Job &amp; Internship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/>
              <a:t>Chatbot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/>
              <a:t>Contact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/>
              <a:t>About </a:t>
            </a:r>
          </a:p>
          <a:p>
            <a:pPr algn="l"/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59082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CEAA9-F4BA-58E7-4F57-0723955B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015F75-FAEB-7D3B-569E-2C8189392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589934"/>
            <a:ext cx="11267768" cy="5762589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1. Login / Signup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This is the entry point of the system.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Only students of </a:t>
            </a:r>
            <a:r>
              <a:rPr lang="en-US" dirty="0" err="1"/>
              <a:t>Nilgiri</a:t>
            </a:r>
            <a:r>
              <a:rPr lang="en-US" dirty="0"/>
              <a:t> College can sign up using their official email ID.</a:t>
            </a:r>
          </a:p>
          <a:p>
            <a:pPr algn="l"/>
            <a:r>
              <a:rPr lang="en-US" b="1" dirty="0"/>
              <a:t>2. Student Portfolio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Students can create their online portfolio with personal and academic details.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They can add skills, upload resumes, and certificates.</a:t>
            </a:r>
          </a:p>
          <a:p>
            <a:pPr algn="l"/>
            <a:r>
              <a:rPr lang="en-US" b="1" dirty="0"/>
              <a:t>3. Job </a:t>
            </a:r>
            <a:r>
              <a:rPr lang="en-US" b="1"/>
              <a:t>&amp; Internship</a:t>
            </a:r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Displays all available job and internship opportunities.</a:t>
            </a:r>
          </a:p>
          <a:p>
            <a:pPr algn="l"/>
            <a:r>
              <a:rPr lang="en-IN" b="1" dirty="0"/>
              <a:t>4. Chatbot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simple chatbot</a:t>
            </a:r>
            <a:r>
              <a:rPr lang="en-US" dirty="0"/>
              <a:t> helps students with FAQs, resume tips, and interview guidance.</a:t>
            </a:r>
          </a:p>
          <a:p>
            <a:pPr algn="l"/>
            <a:r>
              <a:rPr lang="en-US" b="1" dirty="0"/>
              <a:t>5. Contact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Allows students to easily communicate with the Placement Cell team.</a:t>
            </a:r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414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F64F-C351-BCD0-A2EF-E15D6DED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574F61-BE51-7C67-403C-EF04BCDBE567}"/>
              </a:ext>
            </a:extLst>
          </p:cNvPr>
          <p:cNvSpPr/>
          <p:nvPr/>
        </p:nvSpPr>
        <p:spPr>
          <a:xfrm>
            <a:off x="1506967" y="1226127"/>
            <a:ext cx="9216451" cy="520584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 blue and white website with text&#10;&#10;AI-generated content may be incorrect.">
            <a:extLst>
              <a:ext uri="{FF2B5EF4-FFF2-40B4-BE49-F238E27FC236}">
                <a16:creationId xmlns:a16="http://schemas.microsoft.com/office/drawing/2014/main" id="{9E644AD3-603D-9E7C-2A7C-A9CE638A0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233" y="1531150"/>
            <a:ext cx="8419531" cy="4733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FB9DDE-3EFF-4AFE-B42B-CEC0CCAD69DC}"/>
              </a:ext>
            </a:extLst>
          </p:cNvPr>
          <p:cNvSpPr txBox="1"/>
          <p:nvPr/>
        </p:nvSpPr>
        <p:spPr>
          <a:xfrm>
            <a:off x="4573731" y="302797"/>
            <a:ext cx="3044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DESIGN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51661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475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ABSTRACT</vt:lpstr>
      <vt:lpstr>SYSTEM SPECIFICATIONS</vt:lpstr>
      <vt:lpstr>SYSTEM SPECIFICATIONS</vt:lpstr>
      <vt:lpstr>SYSTEM STUDY</vt:lpstr>
      <vt:lpstr>SYSTEM STUDY</vt:lpstr>
      <vt:lpstr>MODULES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02</dc:creator>
  <cp:lastModifiedBy>nihadnumair0@outlook.com</cp:lastModifiedBy>
  <cp:revision>9</cp:revision>
  <dcterms:created xsi:type="dcterms:W3CDTF">2025-08-21T04:13:10Z</dcterms:created>
  <dcterms:modified xsi:type="dcterms:W3CDTF">2025-11-10T13:04:30Z</dcterms:modified>
</cp:coreProperties>
</file>